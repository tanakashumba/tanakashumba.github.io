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2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8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7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7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92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98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241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5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9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7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31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17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556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26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410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41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658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92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559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VoIP Protocol Analysis Tool using Scapy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t>Authors: Md Azmal Hossain Sarker, Md Mushfiqur Rahman, Tanaka Sumba</a:t>
            </a:r>
          </a:p>
          <a:p>
            <a:r>
              <a:t>Advisor: Dr. Suman Kumar</a:t>
            </a:r>
          </a:p>
          <a:p>
            <a:r>
              <a:t>Troy University | May 13,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a Python tool using Scapy to analyze VoIP network traffic.</a:t>
            </a:r>
          </a:p>
          <a:p>
            <a:r>
              <a:t>Captures, decodes, and analyzes SIP and RTP packets.</a:t>
            </a:r>
          </a:p>
          <a:p>
            <a:r>
              <a:t>Aims to identify quality issues and security threats in VoIP communications.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VoIP Traffic (SIP &amp; RTP).</a:t>
            </a:r>
          </a:p>
          <a:p>
            <a:r>
              <a:t>Decode SIP and RTP protocols.</a:t>
            </a:r>
          </a:p>
          <a:p>
            <a:r>
              <a:t>Extract metadata (IP, ports, call IDs, etc.).</a:t>
            </a:r>
          </a:p>
          <a:p>
            <a:r>
              <a:t>Analyze traffic for patterns, anomalies, and threats.</a:t>
            </a:r>
          </a:p>
          <a:p>
            <a:r>
              <a:t>Generate structured reports with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In Scope:</a:t>
            </a:r>
          </a:p>
          <a:p>
            <a:r>
              <a:t>- Capturing and decoding SIP &amp; RTP.</a:t>
            </a:r>
          </a:p>
          <a:p>
            <a:r>
              <a:t>- Offline analysis of PCAP files.</a:t>
            </a:r>
          </a:p>
          <a:p>
            <a:r>
              <a:t>- Basic threat and quality metrics analysis.</a:t>
            </a:r>
          </a:p>
          <a:p>
            <a:r>
              <a:t>- Console &amp; LaTeX report generation.</a:t>
            </a:r>
          </a:p>
          <a:p>
            <a:r>
              <a:t>Out of Scope:</a:t>
            </a:r>
          </a:p>
          <a:p>
            <a:r>
              <a:t>- Real-time monitoring, encrypted traffic inspection, advanced threat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→ Analyze → Report workflow.</a:t>
            </a:r>
          </a:p>
          <a:p>
            <a:r>
              <a:t>Batch script automates environment setup and execution.</a:t>
            </a:r>
          </a:p>
          <a:p>
            <a:r>
              <a:t>run_voip_tool.bat → main.py → run_analysis.py →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Capture: Uses Scapy to sniff packets.</a:t>
            </a:r>
          </a:p>
          <a:p>
            <a:r>
              <a:t>Decoder: Parses SIP and RTP headers.</a:t>
            </a:r>
          </a:p>
          <a:p>
            <a:r>
              <a:t>Extractor: Pulls IPs, ports, and protocol info.</a:t>
            </a:r>
          </a:p>
          <a:p>
            <a:r>
              <a:t>Analysis: RTP loss/jitter, SIP threat detection.</a:t>
            </a:r>
          </a:p>
          <a:p>
            <a:r>
              <a:t>Report: Outputs PDF/LaTeX summary.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Organized by function: capture/, decoder/, extractor/, analysis/, reporting/.</a:t>
            </a:r>
          </a:p>
          <a:p>
            <a:r>
              <a:t>Tools: Scapy, FPDF, Isolation Forest (for anomalies).</a:t>
            </a:r>
          </a:p>
          <a:p>
            <a:r>
              <a:t>Scripts: main.py (capture), run_analysis.py (analyze).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VoIP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SIP (Session Initiation Protocol): Handles call setup &amp; teardown.</a:t>
            </a:r>
          </a:p>
          <a:p>
            <a:r>
              <a:t>RTP (Real-time Transport Protocol): Transmits voice data.</a:t>
            </a:r>
          </a:p>
          <a:p>
            <a:r>
              <a:t>RTCP monitors RTP quality.</a:t>
            </a:r>
          </a:p>
          <a:p>
            <a:r>
              <a:t>Common Ports: SIP - 5060, RTP - 16384-32767.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 the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Requirements: Python, pip, Npcap, Admin access.</a:t>
            </a:r>
          </a:p>
          <a:p>
            <a:r>
              <a:t>Steps:</a:t>
            </a:r>
          </a:p>
          <a:p>
            <a:r>
              <a:t>1. Clone repo, create venv, activate it.</a:t>
            </a:r>
          </a:p>
          <a:p>
            <a:r>
              <a:t>2. Install dependencies (requirements.txt).</a:t>
            </a:r>
          </a:p>
          <a:p>
            <a:r>
              <a:t>3. Run: run_voip_tool.bat.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 achieves capturing and analyzing VoIP traffic.</a:t>
            </a:r>
          </a:p>
          <a:p>
            <a:r>
              <a:t>Identifies SIP threats and RTP issues (jitter/loss).</a:t>
            </a:r>
          </a:p>
          <a:p>
            <a:r>
              <a:t>Modular and extensible for future features.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GUI for easier interaction.</a:t>
            </a:r>
          </a:p>
          <a:p>
            <a:r>
              <a:t>Support encrypted traffic (SRTP/TLS).</a:t>
            </a:r>
          </a:p>
          <a:p>
            <a:r>
              <a:t>Real-time analysis and anomaly detection integration.</a:t>
            </a:r>
          </a:p>
          <a:p>
            <a:r>
              <a:t>Support for advanced codecs and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3943" y="1325880"/>
            <a:ext cx="2514282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/>
            <a:r>
              <a:rPr lang="en-US" sz="4700" b="0" i="0" kern="120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857465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B4F673E-E4D0-0CFA-A68C-1568B35E84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890" y="1077269"/>
            <a:ext cx="4702997" cy="470299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442</Words>
  <Application>Microsoft Macintosh PowerPoint</Application>
  <PresentationFormat>On-screen Show (4:3)</PresentationFormat>
  <Paragraphs>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VoIP Protocol Analysis Tool using Scapy</vt:lpstr>
      <vt:lpstr>Project Overview</vt:lpstr>
      <vt:lpstr>Project Objectives</vt:lpstr>
      <vt:lpstr>Project Scope</vt:lpstr>
      <vt:lpstr>Project Architecture</vt:lpstr>
      <vt:lpstr>Module Descriptions</vt:lpstr>
      <vt:lpstr>Implementation Details</vt:lpstr>
      <vt:lpstr>VoIP Protocols</vt:lpstr>
      <vt:lpstr>How to Run the Tool</vt:lpstr>
      <vt:lpstr>Conclusion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Tanaka Shumba</cp:lastModifiedBy>
  <cp:revision>2</cp:revision>
  <dcterms:created xsi:type="dcterms:W3CDTF">2013-01-27T09:14:16Z</dcterms:created>
  <dcterms:modified xsi:type="dcterms:W3CDTF">2025-05-14T13:31:37Z</dcterms:modified>
  <cp:category/>
</cp:coreProperties>
</file>